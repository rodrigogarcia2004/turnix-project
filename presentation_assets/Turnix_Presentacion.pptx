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E0F2F1"/>
              </a:gs>
              <a:gs pos="100000">
                <a:srgbClr val="F0F8F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822960"/>
            <a:ext cx="676656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64592" cy="5212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2C3E50"/>
                </a:solidFill>
                <a:latin typeface="Calibri"/>
              </a:rPr>
              <a:t>TURNIX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E88E5"/>
                </a:solidFill>
                <a:latin typeface="Calibri"/>
              </a:rPr>
              <a:t>Sistema Integrado de Salud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468880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Plataforma multi-rol (Paciente · Médico · Admin)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con turnos en tiempo real, recetas firmadas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475569"/>
                </a:solidFill>
                <a:latin typeface="Calibri"/>
              </a:rPr>
              <a:t>digitalmente y arquitectura cloud-ready.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7548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47548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Spring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7548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7548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Docker ·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B6B7A"/>
                </a:solidFill>
                <a:latin typeface="Calibri"/>
              </a:rPr>
              <a:t>Defensa técnica ·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822960"/>
            <a:ext cx="3657600" cy="5212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CAFC0"/>
                </a:solidFill>
                <a:latin typeface="Calibri"/>
              </a:rPr>
              <a:t>Autor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Rodrigo García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FC0"/>
                </a:solidFill>
                <a:latin typeface="Calibri"/>
              </a:rPr>
              <a:t>Proyecto Fin de Ciclo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971800"/>
            <a:ext cx="310896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154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CAFC0"/>
                </a:solidFill>
                <a:latin typeface="Calibri"/>
              </a:rPr>
              <a:t>Repositorio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29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RodrigoGarcia2004 / Turnix-Project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CAFC0"/>
                </a:solidFill>
                <a:latin typeface="Calibri"/>
              </a:rPr>
              <a:t>Producción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turnix-project.onrender.com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turnix-gateway.onrender.com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CAFC0"/>
                </a:solidFill>
                <a:latin typeface="Calibri"/>
              </a:rPr>
              <a:t>Año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623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Índice de la defensa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0C4D9"/>
                </a:solidFill>
                <a:latin typeface="Calibri"/>
              </a:rPr>
              <a:t>15 min · audiencia técnica · demo en vivo incluida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2704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Problema y motivación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2024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¿Por qué Turnix?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41732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141732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490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152704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Visión y alcance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19" y="192024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Roles, casos de uso,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141732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41732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8" y="1490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8" y="152704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Arquitectura del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8" y="192024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3 capas + gateway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46888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46888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5420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57860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Stack tecnológico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97180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Decisiones y por qué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19" y="246888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19" y="246888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25420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257860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Modelo de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19" y="297180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Esquema Supabase Postgres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8" y="246888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598" y="246888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8" y="254203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998" y="257860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Flujo: Paciente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998" y="297180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Registro, turno, chat, recetas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52044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52044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593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63016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Flujo: Médico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402336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Consulta + receta firmada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19" y="352044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89119" y="352044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39" y="3593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19" y="363016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Flujo: Admin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19" y="402336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Gobierno de la plataforma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598" y="352044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598" y="352044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18" y="359359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3998" y="363016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Tiempo real con WebSockets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3998" y="402336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Chat y notificaciones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57200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457200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6451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468172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Firma digital manuscrita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3040" y="507492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Canvas → PDF embedido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19" y="457200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9119" y="457200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39" y="46451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19" y="468172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Gateway Java + Worker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19" y="507492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Spring Cloud + métricas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598" y="457200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598" y="457200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18" y="46451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3998" y="468172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Seguridad y RGPD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3998" y="507492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Re-auth, password, datos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562356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8640" y="562356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56967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40" y="573328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Despliegue (Render + CI/CD)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63040" y="612648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Docker, render.yaml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89119" y="562356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19" y="562356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39" y="56967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19" y="573328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Demo en vivo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19" y="612648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Guion paso a paso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29598" y="5623560"/>
            <a:ext cx="3749039" cy="9601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29598" y="5623560"/>
            <a:ext cx="109728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18" y="56967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897B"/>
                </a:solidFill>
                <a:latin typeface="Calibri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3998" y="5733288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Roadmap y conclusiones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3998" y="6126480"/>
            <a:ext cx="26517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Lo aprendido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01 · Problema y motivación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88E5"/>
                </a:solidFill>
                <a:latin typeface="Calibri"/>
              </a:rPr>
              <a:t>Tres dolores reales del circuito asistencial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611880" cy="36576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611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Salas de espera ciegas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El paciente llega sin saber su turno real; el médico no controla el flujo de pacientes en cola.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3611880" cy="36576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2194560"/>
            <a:ext cx="3611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774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Recetas en papel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6324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El médico imprime, firma a mano y entrega físicamente. El paciente puede perder la receta y no hay trazabilidad.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3611880" cy="36576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194560"/>
            <a:ext cx="36118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7744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Sistemas desconectados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063240"/>
            <a:ext cx="2971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Agenda, chat, historial y prescripción son herramientas distintas → fricción para todos los roles.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897B"/>
                </a:solidFill>
                <a:latin typeface="Calibri"/>
              </a:rPr>
              <a:t>Turnix unifica turno + consulta + receta digital en una sola plataforma.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02 · Visión y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acceso_hom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303520" cy="29832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1732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88E5"/>
                </a:solidFill>
                <a:latin typeface="Calibri"/>
              </a:rPr>
              <a:t>Una sola puerta de entrada · 3 perfiles · 1 base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8521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Paciente: registro con verificación de email, solicitud de turno por especialidad, chat con el médico y descarga de recetas en PDF.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Médico: panel con pacientes en espera, valoración del médico, generación de recetas con firma manuscrita digital.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Admin: alta/edición/borrado de usuarios, gestión de solicitudes de cambio de especialidad, historial de conexiones.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Tiempo real: turnos, chats y nuevas recetas se propagan por WebSocket sin recargar.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Cloud-ready: despliegue automático en Render desde GitHub, gateway en contenedor Docker.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03 · Arquitectura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88E5"/>
                </a:solidFill>
                <a:latin typeface="Calibri"/>
              </a:rPr>
              <a:t>Cliente  →  Gateway Java  →  Backend FastAPI  →  Supabase (Postgres)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5176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51760" cy="8229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48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68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HTML5 + JS vanilla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2860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acceso.html (entry)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paciente.html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medico.html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admin.html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WebSocket nativo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fetch / multipart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3840480"/>
            <a:ext cx="292608" cy="4572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2011680"/>
            <a:ext cx="265176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2" y="2011680"/>
            <a:ext cx="2651760" cy="8229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130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148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2468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Spring Cloud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71800"/>
            <a:ext cx="22860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Java 21 + Spring Boot 3.3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Routes: /api /ws /**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Worker @Scheduled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Métricas /worker/stats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Docker Alpine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1032" y="3840480"/>
            <a:ext cx="292608" cy="4572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1344" y="2011680"/>
            <a:ext cx="265176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1344" y="2011680"/>
            <a:ext cx="2651760" cy="8229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2130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148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468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FastAPI + asyncpg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971800"/>
            <a:ext cx="22860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Python 3.11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WebSockets /ws/{rol}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REST /api/**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PDFs con ReportLab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Resend (mails)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87384" y="3840480"/>
            <a:ext cx="292608" cy="4572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97696" y="2011680"/>
            <a:ext cx="265176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97696" y="2011680"/>
            <a:ext cx="265176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213055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21488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4936" y="2468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Supabase Postgres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971800"/>
            <a:ext cx="22860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pooler IPv4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usuarios · turnos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recetas · valoraciones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ENUMs rol/estado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firma como TEXT b64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Beneficio: el gateway centraliza routing, CORS y observabilidad sin tocar el core de negocio.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04 · Stack tecnológico y por 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566928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184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HTML5 + CSS3 + JS vanilla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184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Cero build-step, tiempo de carga mínimo, sin lock-in de framework.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84832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0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FastAPI 0.115 (Python 3.11) + asyncpg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API async, OpenAPI auto, ideal para WebSockets y endpoints 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06624"/>
            <a:ext cx="11064240" cy="566928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620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62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ReportLab 4 + Pillow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62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Generación on-the-fly de la receta con la firma manuscrita embebida.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28416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838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4838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Spring Cloud Gateway 2023.0.3 (Java 21)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838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Reactive, expresivo en routes, ecosistema enterprise para presentar.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50208"/>
            <a:ext cx="11064240" cy="566928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0565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1056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Supabase Postgres (pooler IPv4)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0565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PostgreSQL gestionado, free-tier, backups automáticos.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72000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274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Mensajería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727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WebSockets nativos + Resend para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27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Chat y notificaciones sin polling; Resend cubre el doble opt-in.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93792"/>
            <a:ext cx="11064240" cy="566928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CI/CD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349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Render + GitHub (auto-deploy desde rama)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Push a cambios → deploy automático del backend y del gateway.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15584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9710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897B"/>
                </a:solidFill>
                <a:latin typeface="Calibri"/>
              </a:rPr>
              <a:t>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9710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Pytest async + httpx + Playwright (manual)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971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Cobertura sobre las rutas críticas: auth, recetas y PDF.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C3E50"/>
                </a:solidFill>
                <a:latin typeface="Calibri"/>
              </a:rPr>
              <a:t>05 · Modelo de datos (Supabase Postgres)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5760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57600" cy="5029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id  SERIAL PK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usuario  TEXT 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contraseña 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rol  ENUM rol_t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nombre_completo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correo_electronico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especialidad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email_verificado BOOL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foto_perfil BYTEA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417320"/>
            <a:ext cx="3657600" cy="5029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490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turnos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057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id  SERIAL 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id_paciente → usuarios.id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788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especialidad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154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atendido_por → usuarios.id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numero_turno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estado  ENUM estado_t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51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fecha · fecha_fin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puntuacion · valoracion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417320"/>
            <a:ext cx="365760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20" y="1417320"/>
            <a:ext cx="3657600" cy="5029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490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recetas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057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id  SERIAL PK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paciente_id → usuarios.id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788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medico_id → usuarios.id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154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turno_id → turnos.id (UQ nullable)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nombre_receta · motivo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medicamento · dosis · duracion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519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indicaciones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617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firma_base64  TEXT (PNG dataURL)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983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C3E50"/>
                </a:solidFill>
                <a:latin typeface="Calibri"/>
              </a:rPr>
              <a:t>• fecha_emision  TIMESTAMP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ENUMs: rol_t (PACIENTE · MEDICO · ADMIN), estado_t (EN_ESPERA · EN_CONSULTA · COMPLETADO · CANCELADO)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6B7A"/>
                </a:solidFill>
                <a:latin typeface="Calibri"/>
              </a:rPr>
              <a:t>Decisión clave: firma se almacena como dataURL PNG en TEXT, simple de embeber luego en ReportLab.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06 · Flujo: Paciente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paciente_receta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60350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Registro con email (Resend envía código de verificación de 6 dígitos).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Login WS: LOGIN:user:pass → backend devuelve LOGIN_OK:PACIENTE:nombre:id.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Solicitud de turno: el paciente elige especialidad y entra en cola.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Chat médico-paciente en tiempo real durante la consulta.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Sección «Mis Recetas» (nuevo en esta entrega) → lista todas sus prescripciones con código RX-xxxxxxxx.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Descarga PDF: GET /api/recetas/{id}/pdf?user_id={uid} ⇒ PDF con firma embebida.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Notificación push WS: RECETA_NUEVA:{nombre} refresca la lista al instante.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07 · Flujo: Médico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medico_firma_mod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577840" cy="31375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Login dedicado (medico.html) con verificación de rol MEDICO en servidor.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Panel con valoración 4.4/5 + lista de pacientes en espera en vivo.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Al llamar a un turno: chat WS, acceso al historial del paciente, ver documentos.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Generación de receta con modal: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    – Datos clínicos (medicamento, dosis, duración, motivo, indicaciones).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    – Canvas HTML5 para firmar con el ratón o trackpad (toda la lógica en JS vanilla).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    – Confirmación con re-autenticación de password del propio médico.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0897B"/>
                </a:solidFill>
                <a:latin typeface="Calibri"/>
              </a:rPr>
              <a:t>•  </a:t>
            </a:r>
            <a:r>
              <a:rPr sz="1300">
                <a:solidFill>
                  <a:srgbClr val="2C3E50"/>
                </a:solidFill>
                <a:latin typeface="Calibri"/>
              </a:rPr>
              <a:t>El backend valida password, persiste la receta en Postgres y notifica al paciente por 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C3E50"/>
                </a:solidFill>
                <a:latin typeface="Calibri"/>
              </a:rPr>
              <a:t>08 · Flujo: Admin (modo claro + oscuro)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admin_ligh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577840" cy="3137535"/>
          </a:xfrm>
          <a:prstGeom prst="rect">
            <a:avLst/>
          </a:prstGeom>
        </p:spPr>
      </p:pic>
      <p:pic>
        <p:nvPicPr>
          <p:cNvPr id="7" name="Picture 6" descr="07_admin_dark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577840" cy="31375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617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🌞 Tema claro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61772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🌙 Tema oscuro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Lista de usuarios con badge de rol, especialidad y verificación de email.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Acciones críticas (editar/borrar/aprobar especialidad) requieren reautenticación con la password del admin.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Toggle de tema persiste en localStorage; las variables CSS se intercambian sin recargar.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09 · Tiempo real con WebSockets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88E5"/>
                </a:solidFill>
                <a:latin typeface="Calibri"/>
              </a:rPr>
              <a:t>FastAPI gestiona 3 endpoints WS, uno por rol, con su propio pool de conexiones.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68880" cy="32918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Endpoints 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895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897B"/>
                </a:solidFill>
                <a:latin typeface="Calibri"/>
              </a:rPr>
              <a:t>/ws/PACIENTE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20440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897B"/>
                </a:solidFill>
                <a:latin typeface="Calibri"/>
              </a:rPr>
              <a:t>/ws/MEDICO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97680"/>
            <a:ext cx="201168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4398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897B"/>
                </a:solidFill>
                <a:latin typeface="Calibri"/>
              </a:rPr>
              <a:t>/ws/ADMIN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C3E50"/>
                </a:solidFill>
                <a:latin typeface="Calibri"/>
              </a:rPr>
              <a:t>Vocabulario de mensajes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560320"/>
            <a:ext cx="8275320" cy="5486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560320"/>
            <a:ext cx="16459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onsolas"/>
              </a:rPr>
              <a:t>LOGIN_OK:rol:nombre:id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Sesión establecida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200400"/>
            <a:ext cx="8275320" cy="5486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164592" cy="5486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onsolas"/>
              </a:rPr>
              <a:t>NEW_TURNO:numero:user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Médico ve nuevo paciente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840480"/>
            <a:ext cx="8275320" cy="5486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3840480"/>
            <a:ext cx="164592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977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onsolas"/>
              </a:rPr>
              <a:t>CHAT:remitente:mensaje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977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Chat 1-a-1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480560"/>
            <a:ext cx="8275320" cy="5486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83280" y="4480560"/>
            <a:ext cx="164592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onsolas"/>
              </a:rPr>
              <a:t>RECETA_NUEVA:nombre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Push al paciente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5120640"/>
            <a:ext cx="8275320" cy="5486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80" y="5120640"/>
            <a:ext cx="164592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5257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onsolas"/>
              </a:rPr>
              <a:t>CONFIRMAR_ASISTENCIA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5257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Paciente confirma turno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5760720"/>
            <a:ext cx="8275320" cy="5486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5760720"/>
            <a:ext cx="164592" cy="5486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5897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onsolas"/>
              </a:rPr>
              <a:t>ESPECIALIDAD_OK / KO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Admin notifica decisión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10 · Firma digital manuscrita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receta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492204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173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88E5"/>
                </a:solidFill>
                <a:latin typeface="Calibri"/>
              </a:rPr>
              <a:t>Del canvas del navegador al PDF en la BD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74066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9436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3911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Canvas 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3172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El médico dibuja con mouse/touch. Listeners mousedown/move/up + touchstart/move/end.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16352"/>
            <a:ext cx="74066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16352"/>
            <a:ext cx="59436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89504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toDataURL('image/png')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82112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Se exporta como PNG codificado en base64 (`data:image/png;base64,...`).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66744"/>
            <a:ext cx="74066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66744"/>
            <a:ext cx="59436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49624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739896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Validación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032504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Si firmaTieneTrazo == false → no se permite enviar. Mensaje rojo en el modal.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17136"/>
            <a:ext cx="74066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17136"/>
            <a:ext cx="59436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0016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59028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POST /api/recetas/crear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82896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Body JSON incluye firma_base64. El backend re-autentica al médico antes de insertar.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67528"/>
            <a:ext cx="74066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67528"/>
            <a:ext cx="594360" cy="7772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50408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44068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ReportLab + Pillow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33288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Al pedir el PDF: PIL.verify() defensivo y RLImage embebe la firma a 7 × 3.2 cm.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C3E50"/>
                </a:solidFill>
                <a:latin typeface="Calibri"/>
              </a:rPr>
              <a:t>11 · Gateway Java + Worker programado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219456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C3E50"/>
                </a:solidFill>
                <a:latin typeface="Calibri"/>
              </a:rPr>
              <a:t>Spring Cloud Gateway · Java 21 · Docker 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Routes declarativas en application.yml: /api/** → backend, /ws/** → backend WS, /** → frontend estático.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RequestCountingFilter (GlobalFilter) cuenta peticiones por ruta y status code.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Worker @Scheduled cada 15 s ⇒ ping a /api/health del backend, almacena latencia y estado.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Endpoint /worker/stats expone JSON con uptime, rutas más usadas, p50/p95 y salud del backend.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897B"/>
                </a:solidFill>
                <a:latin typeface="Calibri"/>
              </a:rPr>
              <a:t>•  </a:t>
            </a:r>
            <a:r>
              <a:rPr sz="1200">
                <a:solidFill>
                  <a:srgbClr val="2C3E50"/>
                </a:solidFill>
                <a:latin typeface="Calibri"/>
              </a:rPr>
              <a:t>Header X-Powered-By: Turnix-Gateway añadido globalmente para trazabilidad.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6766560" cy="26060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7E8F9"/>
                </a:solidFill>
                <a:latin typeface="Consolas"/>
              </a:rPr>
              <a:t>GET /worker/stats   →   200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640080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Consolas"/>
              </a:rPr>
              <a:t>{
  "uptime_seconds": 1432,
  "total_requests": 318,
  "requests_by_route": { "/api": 217, "/ws": 84, "other": 17 },
  "responses_by_status_class": { "2xx": 295, "4xx": 18, "5xx": 5 },
  "backend": {
    "status": "UP",
    "last_latency_ms": 64,
    "checks_ok": 96,
    "checks_fail": 1
  }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3794760"/>
            <a:ext cx="416052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886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Componentes 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2976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897B"/>
                </a:solidFill>
                <a:latin typeface="Calibri"/>
              </a:rPr>
              <a:t>• HealthCheckWorker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26280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@Scheduled · pinguea /api/health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0060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897B"/>
                </a:solidFill>
                <a:latin typeface="Calibri"/>
              </a:rPr>
              <a:t>• RequestCountingFilter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029200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GlobalFilter · cuenta tráfico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30352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897B"/>
                </a:solidFill>
                <a:latin typeface="Calibri"/>
              </a:rPr>
              <a:t>• MetricsStore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532120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ConcurrentHashMap + LongAdder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8064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897B"/>
                </a:solidFill>
                <a:latin typeface="Calibri"/>
              </a:rPr>
              <a:t>• WorkerStatsController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035040"/>
            <a:ext cx="3703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GET /worker/stats →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12 · Seguridad y privacidad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758952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64592" cy="7589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3E50"/>
                </a:solidFill>
                <a:latin typeface="Calibri"/>
              </a:rPr>
              <a:t>Reautenticación en acciones críticas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Cualquier acción admin (alta/baja/edición) y la firma de receta exigen volver a introducir la password.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6856"/>
            <a:ext cx="11064240" cy="758952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76856"/>
            <a:ext cx="164592" cy="7589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3E50"/>
                </a:solidFill>
                <a:latin typeface="Calibri"/>
              </a:rPr>
              <a:t>Comprobación de rol en 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8833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Cada endpoint REST verifica el rol del usuario (PACIENTE/MEDICO/ADMIN) → un paciente no puede llamar /api/admin/**.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0672"/>
            <a:ext cx="11064240" cy="758952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0672"/>
            <a:ext cx="164592" cy="75895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0954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3E50"/>
                </a:solidFill>
                <a:latin typeface="Calibri"/>
              </a:rPr>
              <a:t>Aislamiento de recetas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GET /api/recetas/{id}/pdf rechaza con 403 si el user_id no es el paciente dueño ni el médico que la emitió.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04488"/>
            <a:ext cx="11064240" cy="758952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04488"/>
            <a:ext cx="164592" cy="7589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23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3E50"/>
                </a:solidFill>
                <a:latin typeface="Calibri"/>
              </a:rPr>
              <a:t>CORS controlado en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159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El gateway aplica una política única; el backend confía en él. Reduce superficie y centraliza configuración.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18304"/>
            <a:ext cx="11064240" cy="758952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18304"/>
            <a:ext cx="164592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3717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3E50"/>
                </a:solidFill>
                <a:latin typeface="Calibri"/>
              </a:rPr>
              <a:t>Datos sensibles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297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Email verificado vía Resend con código de 6 dígitos antes de poder operar (cumple RGPD para datos médicos).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32120"/>
            <a:ext cx="11064240" cy="758952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532120"/>
            <a:ext cx="164592" cy="7589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509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C3E50"/>
                </a:solidFill>
                <a:latin typeface="Calibri"/>
              </a:rPr>
              <a:t>Limpieza de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43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No se loguean contraseñas; los mensajes de auth fallida sólo dicen «credenciales inválidas».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2C3E50"/>
                </a:solidFill>
                <a:latin typeface="Calibri"/>
              </a:rPr>
              <a:t>13 · Despliegue continuo (Render + GitHub)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783080" cy="10058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VS Code · git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13432" y="1847088"/>
            <a:ext cx="118872" cy="2286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1463040"/>
            <a:ext cx="1783080" cy="10058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645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git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0299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rama: cambios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2232" y="1847088"/>
            <a:ext cx="118872" cy="2286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463040"/>
            <a:ext cx="1783080" cy="100584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645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0299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Webhook a Render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1032" y="1847088"/>
            <a:ext cx="118872" cy="2286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1463040"/>
            <a:ext cx="1783080" cy="10058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645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299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pip install / Docker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99832" y="1847088"/>
            <a:ext cx="118872" cy="2286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1463040"/>
            <a:ext cx="1783080" cy="10058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645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0299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Render Free Tier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28632" y="1847088"/>
            <a:ext cx="118872" cy="228600"/>
          </a:xfrm>
          <a:prstGeom prst="rightArrow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92640" y="1463040"/>
            <a:ext cx="178308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6459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0299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*.onrender.com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743200"/>
            <a:ext cx="5440680" cy="33832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88E5"/>
                </a:solidFill>
                <a:latin typeface="Calibri"/>
              </a:rPr>
              <a:t>Servicio 1 · Backend 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29184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Runtime: Python 3.11.9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Build: pip install -r requirements.txt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Start: uvicorn server:app --host 0.0.0.0 --port $PORT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Envs: SUPABASE_*, RESEND_API_KEY, FRONTEND_DIR, UPLOADS_DIR, CORS_ORIGINS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URL: turnix-project.onrender.com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743200"/>
            <a:ext cx="5440680" cy="33832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897B"/>
                </a:solidFill>
                <a:latin typeface="Calibri"/>
              </a:rPr>
              <a:t>Servicio 2 · Gateway Java (Docker)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9184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Runtime: Eclipse Temurin 21 JRE Alpine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Build: Dockerfile multistage (Maven 3.9 + JRE)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rootDir: turnix-gateway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Envs: BACKEND_URL, BACKEND_URL_WS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0897B"/>
                </a:solidFill>
                <a:latin typeface="Calibri"/>
              </a:rPr>
              <a:t>•  </a:t>
            </a:r>
            <a:r>
              <a:rPr sz="1100">
                <a:solidFill>
                  <a:srgbClr val="2C3E50"/>
                </a:solidFill>
                <a:latin typeface="Calibri"/>
              </a:rPr>
              <a:t>URL: turnix-gateway.onrender.com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14 · DEMO EN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3716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CAFC0"/>
                </a:solidFill>
                <a:latin typeface="Calibri"/>
              </a:rPr>
              <a:t>Guion para los próximos 4 minutos en pantalla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1226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00:00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08483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1226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Entrar en turnix-project.onrender.com → redirige a acceso.html.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5234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00:30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7249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Paciente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5234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Login user1 / 1234. Mostrar foto de perfil + sección Recetas (lista poblada).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01:15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336499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Médico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39242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Abrir otra pestaña medico.html. Login medico1 / 1234. Llamar siguiente turno.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325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02:00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40050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Receta + firma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3250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Modal de receta, rellenar campos, dibujar firma con el ratón, generar.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7258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02:45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37360" y="46451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Vuelta al paciente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67258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Push WebSocket → la receta aparece sola. Descargar PDF y mostrarlo.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1266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03:20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7360" y="528523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31266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Login admin / 1234. Cambiar de modo claro a oscuro. Mostrar tabla de usuarios.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06440"/>
            <a:ext cx="110642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7E8F9"/>
                </a:solidFill>
                <a:latin typeface="Consolas"/>
              </a:rPr>
              <a:t>03:45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59253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95274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Abrir turnix-gateway.onrender.com/worker/stats en una pestaña. JSON en vivo.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C3E50"/>
                </a:solidFill>
                <a:latin typeface="Calibri"/>
              </a:rPr>
              <a:t>Decisiones técnicas más relevantes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▸ ¿Por qué FastAPI y no Flask/Django?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Necesitamos WebSockets nativos, async I/O y OpenAPI gratis. FastAPI lo da out of the box.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0642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▸ ¿Por qué frontend en HTML puro y no React?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El alcance lo permite, el time-to-render es mínimo y no necesitamos build pipeline. Más fácil de defender ante un tribunal.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642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▸ ¿Por qué un gateway en Java?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20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Suma valor académico (segundo lenguaje, contenedor Docker, microservicio real) y permite añadir métricas y políticas sin tocar el backend.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416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▸ ¿Por qué firma como dataURL en TEXT?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43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Evita gestionar un object storage extra; cabe sin problemas para una imagen vectorial de ~10 KB.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10642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▸ ¿Por qué Supabase en vez de Postgres autogestionado?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166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Free-tier real con backups, IPv4 pooler, y el código sigue siendo Postgres estándar (asyncpg).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77840"/>
            <a:ext cx="11064240" cy="77724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3E50"/>
                </a:solidFill>
                <a:latin typeface="Calibri"/>
              </a:rPr>
              <a:t>▸ ¿Por qué WebSocket y no SSE?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El chat es bidireccional. SSE serviría solo para push del backend, no para el paciente enviando.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C3E50"/>
                </a:solidFill>
                <a:latin typeface="Calibri"/>
              </a:rPr>
              <a:t>Roadmap y lo que aprendí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47548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61188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642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Hecho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Turnos en tiempo real y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Recetas con firma manuscrita +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Panel admin con modo claro/oscuro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Email verificado por 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Gateway Java + worker + métricas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CI/CD a Render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11880" cy="47548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11880" cy="73152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6276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6642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Siguiente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331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QR de verificación en cada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880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Notificaciones push reales (web push)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429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Multi-clínica (tenants)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77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Calendario de turnos al estilo 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26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Histórico exportable a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074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Tests E2E con Playwright en CI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463040"/>
            <a:ext cx="3611880" cy="475488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1463040"/>
            <a:ext cx="3611880" cy="73152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6276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6642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Futuro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3317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Videollamada nativa (WebRTC)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80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Receta con QR firmada digitalmente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429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App móvil React 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IA: pre-diagnóstico por síntomas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26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Integración con receta electrónica oficial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0749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• Estadísticas tipo PowerBI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6B7A"/>
                </a:solidFill>
                <a:latin typeface="Calibri"/>
              </a:rPr>
              <a:t>Lo más valioso del proyecto: unificar 4 tecnologías diferentes (Python, Java, Postgres, JS) en un pipeline reproducible end-to-end.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Turnix Salud · Defensa técnica · Rodrigo García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B7A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36576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9CAFC0"/>
                </a:solidFill>
                <a:latin typeface="Calibri"/>
              </a:rPr>
              <a:t>Preguntas, código y demo en vivo a disposición del tribunal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7E8F9"/>
                </a:solidFill>
                <a:latin typeface="Consolas"/>
              </a:rPr>
              <a:t>github.com/RodrigoGarcia2004/Turnix-Project   ·   turnix-project.onrender.com   ·   turnix-gateway.onrender.com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CAFC0"/>
                </a:solidFill>
                <a:latin typeface="Calibri"/>
              </a:rPr>
              <a:t>Rodrigo García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